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5212-3BB3-4BE9-B09E-6166AAC68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9C4FD-E2D0-45C9-B6CF-713641CBD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7FC61-2C3F-4FCB-A3DD-D0C40282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4636-E929-4645-8E6B-CDF71FDC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443C3-9324-451F-B2AE-00CEE0C4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638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278D-B3B1-4C90-8CAF-0DAAB51B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F1490-DCFE-4B11-99C0-21B853F9B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841F-56DF-4E82-B566-E20FBD08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EC724-4781-4BCE-A547-35573726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5E693-E0CC-45CE-881A-85545DA3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13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6DE42-14BA-4C65-A4C3-8D51CD9CA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F9529-E2EF-464E-9264-63AFCEC9F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C58F2-5DF4-475A-8A24-5520B5BB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11EAE-26DF-48CC-810E-26F187EF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414E1-25A7-4C4E-B46E-3E7D752E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8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FE48-5937-417B-9C57-06DA963A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D6F73-BDC6-44B5-8360-265A4C0B7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E821C-1B5D-4ED9-BD3A-71AC61450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518B4-4513-43DE-BDC6-7D0741C2D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C81A5-EB22-4828-887B-95B9A19C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BF764-70EE-498F-90A5-AD85224A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57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714B2-81E4-4ACB-AA86-05C7E567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72A42-A481-466C-A9B6-7E452E748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DF971-BA83-4F57-A39D-F218875D6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844362-72E0-49CD-909C-41F374801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57502D-FF53-456B-BF55-EA645FE936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2FCF3-ED5B-4F26-A9B3-327BB855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E0934-8764-4FE6-86E8-39D806AF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C5A36-7132-47ED-9930-E600AE5B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36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813B-DA50-4DA9-A67B-83E51B4B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9F555-5C05-4FFF-8AFB-96B3BEAE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73339-AFCC-4FD9-8EC3-13CB5427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E7211-167A-4E28-A8D1-5221F095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383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87354-BF0F-4AAC-BCDB-4520CB45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FF5CC9-2CD0-426F-B0B3-1E41C8F1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A2DD1-60BE-438C-BE89-B6117FEE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629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10B7-E258-471C-9BE7-37C6403B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F755-1A44-4A77-9581-D4050E89C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07CD6-1674-4662-8527-1901CCDC5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80008-34F3-4D94-91C7-2A6033102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2F968-23B7-4516-9B4E-615F7523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3F8F9-F541-48CA-A6EC-FE7DB0D8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974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41D8-2F71-4CF2-B93A-3EAFFBDE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3ACB5-9728-47CC-ABC1-33C56E5DB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990EB-026F-4EC5-A8F2-771F55D8D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43E52-DE54-4507-9537-36687DBC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F982D-7D62-41B9-8589-6A1F6263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BBCD5-0F38-409F-A3BA-213C9F21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6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C357-78D6-4E44-86C4-0F3E5928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ADDE0-F155-4CA7-B297-567F0480C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7E954-20CC-4E47-98A3-33FD3FB1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F37FF-1951-42C2-B32A-A6B23326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2EA71-2A12-47D2-A45F-2522F9CC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067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FF89E-88AF-4105-94FB-3BB036B35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BCDAB-68FB-4EA3-9773-05C7C6705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855DA-8CFE-4CEE-94CB-510ACBBB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F6264-DE72-4B07-BA7C-1B0D122AB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FD37-1962-43C5-A686-B0CD1605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29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1FFBFA-D78F-448D-B7FF-29D303AA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3D8EF-E378-4644-A045-9F8DD071B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AF19C-87ED-4183-9551-B5C9C504F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8CD54-8A39-4FDE-B082-B80A74E3122D}" type="datetimeFigureOut">
              <a:rPr lang="en-IN" smtClean="0"/>
              <a:t>03-08-2020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168E-091D-4C66-B880-9F4A64824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655E-B05A-4A41-AB8B-C1C287E9F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285BA-F086-424B-A4BF-FBC215E4D3E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A3D88-33AD-493B-BBD8-12FC9C28DAFA}"/>
              </a:ext>
            </a:extLst>
          </p:cNvPr>
          <p:cNvSpPr/>
          <p:nvPr userDrawn="1"/>
        </p:nvSpPr>
        <p:spPr>
          <a:xfrm>
            <a:off x="9819542" y="96348"/>
            <a:ext cx="2259623" cy="1169377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88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3E0A-BCFA-4CCB-AAB1-1AC1AC8E1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BCSC0010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0BCE1-2001-4D6A-8AF3-40E100FF7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67943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200" dirty="0"/>
          </a:p>
          <a:p>
            <a:r>
              <a:rPr lang="en-IN" sz="5200" dirty="0"/>
              <a:t>Generating 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68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3295-0004-47CE-8257-7C530BDCC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87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Generating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64A6DF-7CCF-45A1-B18F-DE3D0AAB9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3794"/>
                <a:ext cx="10515600" cy="4783169"/>
              </a:xfrm>
            </p:spPr>
            <p:txBody>
              <a:bodyPr>
                <a:noAutofit/>
              </a:bodyPr>
              <a:lstStyle/>
              <a:p>
                <a:r>
                  <a:rPr lang="en-IN" dirty="0"/>
                  <a:t>Closed form of any infinite series</a:t>
                </a:r>
              </a:p>
              <a:p>
                <a:endParaRPr lang="en-IN" dirty="0"/>
              </a:p>
              <a:p>
                <a:r>
                  <a:rPr lang="en-I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dirty="0"/>
                  <a:t>………..∞ be a series whose nth term is denoted as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} </a:t>
                </a:r>
              </a:p>
              <a:p>
                <a:pPr marL="0" indent="0">
                  <a:buNone/>
                </a:pPr>
                <a:r>
                  <a:rPr lang="en-IN" dirty="0"/>
                  <a:t>   Then,  g(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)=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+………… ∞</a:t>
                </a:r>
              </a:p>
              <a:p>
                <a:pPr marL="0" indent="0">
                  <a:buNone/>
                </a:pPr>
                <a:r>
                  <a:rPr lang="en-IN" dirty="0"/>
                  <a:t>   is called a </a:t>
                </a:r>
                <a:r>
                  <a:rPr lang="en-IN" b="1" dirty="0">
                    <a:solidFill>
                      <a:srgbClr val="00B050"/>
                    </a:solidFill>
                  </a:rPr>
                  <a:t>power series </a:t>
                </a:r>
                <a:r>
                  <a:rPr lang="en-IN" dirty="0"/>
                  <a:t>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 and  </a:t>
                </a:r>
              </a:p>
              <a:p>
                <a:pPr marL="0" indent="0">
                  <a:buNone/>
                </a:pPr>
                <a:r>
                  <a:rPr lang="en-IN" dirty="0"/>
                  <a:t>   g(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m:rPr>
                            <m:nor/>
                          </m:rPr>
                          <a:rPr lang="en-IN" dirty="0" smtClean="0"/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IN" dirty="0"/>
                  <a:t> is called a </a:t>
                </a:r>
                <a:r>
                  <a:rPr lang="en-IN" b="1" dirty="0">
                    <a:solidFill>
                      <a:srgbClr val="00B050"/>
                    </a:solidFill>
                  </a:rPr>
                  <a:t>generating function </a:t>
                </a:r>
                <a:r>
                  <a:rPr lang="en-IN" dirty="0"/>
                  <a:t>of the series </a:t>
                </a:r>
              </a:p>
              <a:p>
                <a:endParaRPr lang="en-IN" dirty="0"/>
              </a:p>
              <a:p>
                <a:r>
                  <a:rPr lang="en-IN" dirty="0"/>
                  <a:t>Used to solve counting problems and recurrence relations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64A6DF-7CCF-45A1-B18F-DE3D0AAB9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3794"/>
                <a:ext cx="10515600" cy="4783169"/>
              </a:xfrm>
              <a:blipFill>
                <a:blip r:embed="rId2"/>
                <a:stretch>
                  <a:fillRect l="-1043" t="-2168" r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19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1DCA-DB9A-4A6E-819C-EB5D9EED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17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13033B-B332-492A-8AAD-E12F72085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" b="87364"/>
          <a:stretch/>
        </p:blipFill>
        <p:spPr>
          <a:xfrm rot="161312">
            <a:off x="2002571" y="1174269"/>
            <a:ext cx="9004135" cy="1363744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75935B9-ADA8-4938-AB4C-5579081AEB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95" b="50020"/>
          <a:stretch/>
        </p:blipFill>
        <p:spPr>
          <a:xfrm rot="161312">
            <a:off x="1870080" y="2553178"/>
            <a:ext cx="9004135" cy="424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1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E94265-D3AD-42BE-96A1-B99B3AD61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94"/>
          <a:stretch/>
        </p:blipFill>
        <p:spPr>
          <a:xfrm rot="183516">
            <a:off x="918733" y="1618221"/>
            <a:ext cx="9197266" cy="1579149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5121854-3B02-4F38-8C28-D7F8770AC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6DDFC7-62E3-4E8F-944A-16F34245CE10}"/>
              </a:ext>
            </a:extLst>
          </p:cNvPr>
          <p:cNvSpPr/>
          <p:nvPr/>
        </p:nvSpPr>
        <p:spPr>
          <a:xfrm>
            <a:off x="10661373" y="6244986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6ED1A2B-EB63-4F1D-B6D4-5C4D6BE21F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7" b="60032"/>
          <a:stretch/>
        </p:blipFill>
        <p:spPr>
          <a:xfrm rot="183516">
            <a:off x="804070" y="3257988"/>
            <a:ext cx="9197266" cy="259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432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8B331E-64D9-4D79-8ADF-D20AD0AAC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0"/>
          <a:stretch/>
        </p:blipFill>
        <p:spPr>
          <a:xfrm rot="242518">
            <a:off x="334612" y="915695"/>
            <a:ext cx="9988362" cy="5734974"/>
          </a:xfrm>
        </p:spPr>
      </p:pic>
    </p:spTree>
    <p:extLst>
      <p:ext uri="{BB962C8B-B14F-4D97-AF65-F5344CB8AC3E}">
        <p14:creationId xmlns:p14="http://schemas.microsoft.com/office/powerpoint/2010/main" val="422072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6762-6649-4E69-92CD-8CBE66BC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78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9ECD11-A439-488A-92C2-08498B096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24" b="31013"/>
          <a:stretch/>
        </p:blipFill>
        <p:spPr>
          <a:xfrm rot="211361">
            <a:off x="1402711" y="1251166"/>
            <a:ext cx="9577739" cy="1441053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0EAACA0-8991-4892-B3E5-87DAE6F47C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15" b="1602"/>
          <a:stretch/>
        </p:blipFill>
        <p:spPr>
          <a:xfrm rot="211361">
            <a:off x="1234219" y="2718117"/>
            <a:ext cx="9577739" cy="398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7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0F6D-AE3A-4757-8764-F26996E3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37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51061-332F-4870-8CCE-9B10340E1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r="2273" b="56761"/>
          <a:stretch/>
        </p:blipFill>
        <p:spPr>
          <a:xfrm rot="188523">
            <a:off x="1535837" y="1207362"/>
            <a:ext cx="8710601" cy="5504156"/>
          </a:xfrm>
        </p:spPr>
      </p:pic>
    </p:spTree>
    <p:extLst>
      <p:ext uri="{BB962C8B-B14F-4D97-AF65-F5344CB8AC3E}">
        <p14:creationId xmlns:p14="http://schemas.microsoft.com/office/powerpoint/2010/main" val="202553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EDF8-F5A3-4890-931F-359CFAD7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02" y="489721"/>
            <a:ext cx="10515600" cy="64692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1A981-A037-44F9-81E8-4BB70AC64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4672">
            <a:off x="1035436" y="1616037"/>
            <a:ext cx="10090407" cy="51693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23E73C-31DF-457F-8E13-6E32044C4FE9}"/>
              </a:ext>
            </a:extLst>
          </p:cNvPr>
          <p:cNvSpPr/>
          <p:nvPr/>
        </p:nvSpPr>
        <p:spPr>
          <a:xfrm>
            <a:off x="10712794" y="6183613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254179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B2A147-9BDB-4A8D-8138-47A7D85B0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5938">
            <a:off x="1308444" y="305142"/>
            <a:ext cx="8198612" cy="3596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D41191-2DFE-482A-BBCF-5115C0EB43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10" b="73851"/>
          <a:stretch/>
        </p:blipFill>
        <p:spPr>
          <a:xfrm>
            <a:off x="933738" y="4154749"/>
            <a:ext cx="8485470" cy="257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5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FB252B-2AEF-4555-9B6A-7FAE177C1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87" b="1968"/>
          <a:stretch/>
        </p:blipFill>
        <p:spPr>
          <a:xfrm rot="155627">
            <a:off x="2076568" y="139829"/>
            <a:ext cx="6330585" cy="6667137"/>
          </a:xfrm>
        </p:spPr>
      </p:pic>
    </p:spTree>
    <p:extLst>
      <p:ext uri="{BB962C8B-B14F-4D97-AF65-F5344CB8AC3E}">
        <p14:creationId xmlns:p14="http://schemas.microsoft.com/office/powerpoint/2010/main" val="285592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E0FC-CA21-449F-81B6-A2709E38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5"/>
            <a:ext cx="2028825" cy="77121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F8B29F-478C-4CF0-8B2D-9E33F785D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 r="2810" b="86950"/>
          <a:stretch/>
        </p:blipFill>
        <p:spPr>
          <a:xfrm>
            <a:off x="1858549" y="266330"/>
            <a:ext cx="8000166" cy="190537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00EB3A-B13B-4C82-B774-19FBECE90066}"/>
              </a:ext>
            </a:extLst>
          </p:cNvPr>
          <p:cNvSpPr/>
          <p:nvPr/>
        </p:nvSpPr>
        <p:spPr>
          <a:xfrm>
            <a:off x="10741863" y="6342186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81F2D68-B305-4F38-93FB-7B5171CD99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 t="12528" r="2810" b="68228"/>
          <a:stretch/>
        </p:blipFill>
        <p:spPr>
          <a:xfrm>
            <a:off x="1858549" y="2095500"/>
            <a:ext cx="8000166" cy="2809875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05DAC06-991A-4125-A10C-15C07B0D2F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 t="31315" r="2810" b="55858"/>
          <a:stretch/>
        </p:blipFill>
        <p:spPr>
          <a:xfrm>
            <a:off x="1858549" y="4838700"/>
            <a:ext cx="8000166" cy="187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2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6079A4-59DE-4B6A-957B-8A6F0238A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" t="43735" r="1762" b="8933"/>
          <a:stretch/>
        </p:blipFill>
        <p:spPr>
          <a:xfrm>
            <a:off x="308960" y="150921"/>
            <a:ext cx="9516864" cy="670708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6D32B5-B168-4D47-B146-B71585E435A5}"/>
              </a:ext>
            </a:extLst>
          </p:cNvPr>
          <p:cNvSpPr/>
          <p:nvPr/>
        </p:nvSpPr>
        <p:spPr>
          <a:xfrm>
            <a:off x="10721671" y="6156209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3837450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6C1BA94-BDFB-4C1D-9475-26BB5FEDC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9" r="3652" b="51370"/>
          <a:stretch/>
        </p:blipFill>
        <p:spPr>
          <a:xfrm>
            <a:off x="104314" y="153482"/>
            <a:ext cx="9220662" cy="633518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211520-B12C-437E-8649-F428600858E3}"/>
              </a:ext>
            </a:extLst>
          </p:cNvPr>
          <p:cNvSpPr/>
          <p:nvPr/>
        </p:nvSpPr>
        <p:spPr>
          <a:xfrm>
            <a:off x="11112289" y="6227231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3326177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732856-3C76-475B-9BC7-8E470EF64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34" b="4527"/>
          <a:stretch/>
        </p:blipFill>
        <p:spPr>
          <a:xfrm>
            <a:off x="247566" y="230615"/>
            <a:ext cx="9167644" cy="605804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A3C520-5867-41FE-8CE4-9BD669DFA60C}"/>
              </a:ext>
            </a:extLst>
          </p:cNvPr>
          <p:cNvSpPr/>
          <p:nvPr/>
        </p:nvSpPr>
        <p:spPr>
          <a:xfrm>
            <a:off x="11005757" y="6288655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1463512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0C6D37-1907-4E21-B50B-3FB0B82A2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2128" r="10317" b="50375"/>
          <a:stretch/>
        </p:blipFill>
        <p:spPr>
          <a:xfrm>
            <a:off x="219388" y="24274"/>
            <a:ext cx="9454313" cy="65190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218202-441C-4BDD-8157-507602788E71}"/>
              </a:ext>
            </a:extLst>
          </p:cNvPr>
          <p:cNvSpPr/>
          <p:nvPr/>
        </p:nvSpPr>
        <p:spPr>
          <a:xfrm>
            <a:off x="10834122" y="6173965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7621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51F65F4-16B9-4739-AD2E-A081F73CC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49" y="18401"/>
            <a:ext cx="874058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44A928-412F-46EF-9855-CCAC4E5F336E}"/>
              </a:ext>
            </a:extLst>
          </p:cNvPr>
          <p:cNvSpPr/>
          <p:nvPr/>
        </p:nvSpPr>
        <p:spPr>
          <a:xfrm>
            <a:off x="10901706" y="6058556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3682355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FC50E0-FC6D-42B2-9359-629319EE0D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2" r="1707"/>
          <a:stretch/>
        </p:blipFill>
        <p:spPr>
          <a:xfrm>
            <a:off x="352425" y="0"/>
            <a:ext cx="9210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17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F0EF-5C6F-4813-819D-B524FABC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100"/>
            <a:ext cx="2105025" cy="63805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4C8CC5-C922-4FA1-9BB7-4320C0A87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0" b="85181"/>
          <a:stretch/>
        </p:blipFill>
        <p:spPr>
          <a:xfrm>
            <a:off x="577783" y="853365"/>
            <a:ext cx="8822314" cy="1889835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D132BE-4F95-4378-A7E8-7D481137F94F}"/>
              </a:ext>
            </a:extLst>
          </p:cNvPr>
          <p:cNvSpPr/>
          <p:nvPr/>
        </p:nvSpPr>
        <p:spPr>
          <a:xfrm>
            <a:off x="11010113" y="6308208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24573FE-3F3A-4785-A47B-90F4055A66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0" t="14819" b="66957"/>
          <a:stretch/>
        </p:blipFill>
        <p:spPr>
          <a:xfrm>
            <a:off x="577783" y="2743200"/>
            <a:ext cx="8822314" cy="232410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C1E85508-04A9-400C-9892-95AA82090A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0" t="33043" b="54331"/>
          <a:stretch/>
        </p:blipFill>
        <p:spPr>
          <a:xfrm>
            <a:off x="577783" y="5067300"/>
            <a:ext cx="8822314" cy="161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F27DDE-D2A4-42EB-B633-04E9B2C3A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t="45978" r="6979" b="6077"/>
          <a:stretch/>
        </p:blipFill>
        <p:spPr>
          <a:xfrm>
            <a:off x="262347" y="133107"/>
            <a:ext cx="9226808" cy="672489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D5528D8-0D6D-4159-A6E0-5832364375ED}"/>
              </a:ext>
            </a:extLst>
          </p:cNvPr>
          <p:cNvSpPr/>
          <p:nvPr/>
        </p:nvSpPr>
        <p:spPr>
          <a:xfrm>
            <a:off x="11095963" y="6236108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3674357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F1483B-60EB-446A-9E6E-1E5486F4B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1" r="5944" b="46473"/>
          <a:stretch/>
        </p:blipFill>
        <p:spPr>
          <a:xfrm>
            <a:off x="329121" y="391550"/>
            <a:ext cx="9603905" cy="593333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A87E35-A2BE-47C0-A64E-3F1BFAC7CDCA}"/>
              </a:ext>
            </a:extLst>
          </p:cNvPr>
          <p:cNvSpPr/>
          <p:nvPr/>
        </p:nvSpPr>
        <p:spPr>
          <a:xfrm>
            <a:off x="11112289" y="6324885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150014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BEE9F9-4492-47DB-ABE4-3BAE3B335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02" r="15311"/>
          <a:stretch/>
        </p:blipFill>
        <p:spPr>
          <a:xfrm>
            <a:off x="281328" y="156375"/>
            <a:ext cx="9483758" cy="596579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B1FD7E-4BAA-45AC-A786-0ABEA964206A}"/>
              </a:ext>
            </a:extLst>
          </p:cNvPr>
          <p:cNvSpPr/>
          <p:nvPr/>
        </p:nvSpPr>
        <p:spPr>
          <a:xfrm>
            <a:off x="11130044" y="6303145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2200708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32160B-AF90-4EF6-B3E7-07F678DA3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6" r="18687" b="13182"/>
          <a:stretch/>
        </p:blipFill>
        <p:spPr>
          <a:xfrm>
            <a:off x="0" y="428070"/>
            <a:ext cx="9676660" cy="524670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FFBE23-4528-4056-B047-9BEE1CB1330F}"/>
              </a:ext>
            </a:extLst>
          </p:cNvPr>
          <p:cNvSpPr/>
          <p:nvPr/>
        </p:nvSpPr>
        <p:spPr>
          <a:xfrm>
            <a:off x="11121167" y="6120699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1626174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505095-A71F-4E2C-B81F-D93D98609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7476" y="159700"/>
            <a:ext cx="7102136" cy="66569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F145720-1DE6-4195-AFD3-3EC5D0642FFF}"/>
              </a:ext>
            </a:extLst>
          </p:cNvPr>
          <p:cNvSpPr/>
          <p:nvPr/>
        </p:nvSpPr>
        <p:spPr>
          <a:xfrm>
            <a:off x="10996880" y="6156210"/>
            <a:ext cx="833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contd..</a:t>
            </a:r>
          </a:p>
        </p:txBody>
      </p:sp>
    </p:spTree>
    <p:extLst>
      <p:ext uri="{BB962C8B-B14F-4D97-AF65-F5344CB8AC3E}">
        <p14:creationId xmlns:p14="http://schemas.microsoft.com/office/powerpoint/2010/main" val="2787065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F92ABE-3CD9-40AE-8B50-40E6AE0BA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8" t="6941" r="2339" b="37084"/>
          <a:stretch/>
        </p:blipFill>
        <p:spPr>
          <a:xfrm>
            <a:off x="115686" y="371474"/>
            <a:ext cx="9720579" cy="5876926"/>
          </a:xfrm>
        </p:spPr>
      </p:pic>
    </p:spTree>
    <p:extLst>
      <p:ext uri="{BB962C8B-B14F-4D97-AF65-F5344CB8AC3E}">
        <p14:creationId xmlns:p14="http://schemas.microsoft.com/office/powerpoint/2010/main" val="1577689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54AB-AE8B-4F31-B841-FC584468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Practice Question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11DEE7-B67A-4720-A9DB-4A565908F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7" t="69537" b="13830"/>
          <a:stretch/>
        </p:blipFill>
        <p:spPr>
          <a:xfrm>
            <a:off x="772357" y="1983913"/>
            <a:ext cx="10931139" cy="1700320"/>
          </a:xfrm>
        </p:spPr>
      </p:pic>
    </p:spTree>
    <p:extLst>
      <p:ext uri="{BB962C8B-B14F-4D97-AF65-F5344CB8AC3E}">
        <p14:creationId xmlns:p14="http://schemas.microsoft.com/office/powerpoint/2010/main" val="1865457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4259</TotalTime>
  <Words>124</Words>
  <Application>Microsoft Office PowerPoint</Application>
  <PresentationFormat>Widescreen</PresentationFormat>
  <Paragraphs>35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Discrete Mathematics BCSC0010</vt:lpstr>
      <vt:lpstr>Generating Function</vt:lpstr>
      <vt:lpstr>Example</vt:lpstr>
      <vt:lpstr>Example</vt:lpstr>
      <vt:lpstr>PowerPoint Presentation</vt:lpstr>
      <vt:lpstr>Example</vt:lpstr>
      <vt:lpstr>Example</vt:lpstr>
      <vt:lpstr>Example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swati saxena</dc:creator>
  <cp:lastModifiedBy>swati saxena</cp:lastModifiedBy>
  <cp:revision>140</cp:revision>
  <dcterms:created xsi:type="dcterms:W3CDTF">2020-06-16T17:21:38Z</dcterms:created>
  <dcterms:modified xsi:type="dcterms:W3CDTF">2020-08-04T12:30:09Z</dcterms:modified>
</cp:coreProperties>
</file>